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3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differentiable, statistical model, not a mechanistic solver, so it can do things the solver can't: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Fast</a:t>
            </a:r>
            <a:pPr algn="l" indent="0" marL="0">
              <a:buNone/>
            </a:pPr>
            <a:r>
              <a:rPr lang="en-US" sz="1300" i="1" dirty="0">
                <a:solidFill>
                  <a:srgbClr val="C9B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done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vs ~15 min per run. Cheap enough to run thousands of times, scan conditions, retrain on demand.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55080" y="2148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Differentiable</a:t>
            </a:r>
            <a:pPr algn="l" indent="0" marL="0">
              <a:buNone/>
            </a:pPr>
            <a:r>
              <a:rPr lang="en-US" sz="1300" i="1" dirty="0">
                <a:solidFill>
                  <a:srgbClr val="C9B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inherent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355080" y="26517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take gradients, so you can optimize for a target (e.g. maximize titer) and see how sensitive the output is to each input. A solver can't.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Feature importances</a:t>
            </a:r>
            <a:pPr algn="l" indent="0" marL="0">
              <a:buNone/>
            </a:pPr>
            <a:r>
              <a:rPr lang="en-US" sz="1300" i="1" dirty="0">
                <a:solidFill>
                  <a:srgbClr val="C9B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next step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out which conditions and media components drive the outcome, i.e. which knobs matter, toward media design.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41605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Confidence limits</a:t>
            </a:r>
            <a:pPr algn="l" indent="0" marL="0">
              <a:buNone/>
            </a:pPr>
            <a:r>
              <a:rPr lang="en-US" sz="1300" i="1" dirty="0">
                <a:solidFill>
                  <a:srgbClr val="C9B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next step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355080" y="466344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report how confident it is: prediction intervals, not just a single number.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28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flow from one fact: it's a smooth, differentiable statistical model, not a mechanistic solver.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2026-08-05T02:56:31Z</dcterms:created>
  <dcterms:modified xsi:type="dcterms:W3CDTF">2026-08-05T02:56:31Z</dcterms:modified>
</cp:coreProperties>
</file>